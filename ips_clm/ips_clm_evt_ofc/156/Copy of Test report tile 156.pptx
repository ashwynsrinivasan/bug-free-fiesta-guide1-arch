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cf99e80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cf99e80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ceaaa689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ceaaa689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f99e802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cf99e802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ceaaa68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ceaaa68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ceaaa6895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ceaaa6895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7f7e0ac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7f7e0ac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cf99e802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cf99e802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ceaaa689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ceaaa689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e4c10358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e4c10358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ceaaa6895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ceaaa6895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700" l="0" r="0" t="690"/>
          <a:stretch/>
        </p:blipFill>
        <p:spPr>
          <a:xfrm>
            <a:off x="8006100" y="4432975"/>
            <a:ext cx="827500" cy="4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824600" y="2153400"/>
            <a:ext cx="54948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NAERCu1eo8dky-cq6Xrg0Lwut6PZ88nEUrNNjuqEyiQ/edit?slide=id.g3825c8c6745_6_0#slide=id.g3825c8c6745_6_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138550" y="1448250"/>
            <a:ext cx="675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Y253400156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Calibration test report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-12" y="4765750"/>
            <a:ext cx="31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Lightmatter Confidential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3285500" y="2743275"/>
            <a:ext cx="2457600" cy="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10</a:t>
            </a:r>
            <a:r>
              <a:rPr lang="en" sz="2100">
                <a:solidFill>
                  <a:schemeClr val="dk1"/>
                </a:solidFill>
              </a:rPr>
              <a:t>/01/2025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flow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Kurtz: Using</a:t>
            </a:r>
            <a:r>
              <a:rPr lang="en" sz="1400" u="sng">
                <a:solidFill>
                  <a:schemeClr val="accent5"/>
                </a:solidFill>
              </a:rPr>
              <a:t>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hand waving discussion clm control - Google Slides</a:t>
            </a:r>
            <a:r>
              <a:rPr lang="en"/>
              <a:t> </a:t>
            </a:r>
            <a:r>
              <a:rPr lang="en"/>
              <a:t>for reference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page 6 for detailed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Marlow firmware: 1.1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Kurtz 1d calibration file as setting points, with 15mA VOA settings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Reference Marlow firmware: 1.2 pre-release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Endeavour spec (14 mW)</a:t>
            </a:r>
            <a:endParaRPr sz="28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121200"/>
            <a:ext cx="8520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" sz="2420"/>
              <a:t>Package Y253400156,</a:t>
            </a:r>
            <a:r>
              <a:rPr lang="en" sz="1430"/>
              <a:t> </a:t>
            </a:r>
            <a:r>
              <a:rPr lang="en" sz="2420"/>
              <a:t>Tile 3, ch equalization, Endeavour, Kurtz</a:t>
            </a:r>
            <a:endParaRPr sz="242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775" y="1116038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12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Package Y253400156,</a:t>
            </a:r>
            <a:r>
              <a:rPr lang="en" sz="1477"/>
              <a:t> </a:t>
            </a:r>
            <a:r>
              <a:rPr lang="en" sz="2577"/>
              <a:t>Tile 3, ch equalization, Endeavor</a:t>
            </a:r>
            <a:endParaRPr sz="2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Marlow 1.1 </a:t>
            </a:r>
            <a:endParaRPr sz="21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00" y="1117625"/>
            <a:ext cx="6734198" cy="387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12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Package Y253400156,</a:t>
            </a:r>
            <a:r>
              <a:rPr lang="en" sz="1477"/>
              <a:t> </a:t>
            </a:r>
            <a:r>
              <a:rPr lang="en" sz="2577"/>
              <a:t>Tile 3, ch equalization, Endeavor</a:t>
            </a:r>
            <a:endParaRPr sz="2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Marlow 1.2 pre-release </a:t>
            </a:r>
            <a:endParaRPr sz="21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75" y="997075"/>
            <a:ext cx="6918676" cy="397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Kenya spec (6.4 mW)</a:t>
            </a:r>
            <a:endParaRPr sz="28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121200"/>
            <a:ext cx="89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Y253400156,</a:t>
            </a:r>
            <a:r>
              <a:rPr lang="en" sz="1700"/>
              <a:t> </a:t>
            </a:r>
            <a:r>
              <a:rPr lang="en"/>
              <a:t>Tile 3, ch equalization, Kenya, New procedure </a:t>
            </a:r>
            <a:endParaRPr/>
          </a:p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100" y="1152488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121200"/>
            <a:ext cx="906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Y253400156,</a:t>
            </a:r>
            <a:r>
              <a:rPr lang="en" sz="1700"/>
              <a:t> </a:t>
            </a:r>
            <a:r>
              <a:rPr lang="en"/>
              <a:t>Tile 3, ch equalization, Kenya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Marlow 1.1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450" y="950350"/>
            <a:ext cx="7005752" cy="402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121200"/>
            <a:ext cx="906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Y253400156,</a:t>
            </a:r>
            <a:r>
              <a:rPr lang="en" sz="1700"/>
              <a:t> </a:t>
            </a:r>
            <a:r>
              <a:rPr lang="en"/>
              <a:t>Tile 3, ch equalization, Kenya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Marlow 1.2 pre-release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3" name="Google Shape;1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725" y="890600"/>
            <a:ext cx="7205903" cy="414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