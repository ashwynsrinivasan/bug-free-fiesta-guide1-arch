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DM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bold.fntdata"/><Relationship Id="rId14" Type="http://schemas.openxmlformats.org/officeDocument/2006/relationships/font" Target="fonts/DMSans-regular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cf99e80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cf99e80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eaaa689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eaaa689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99e80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99e80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eaaa68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eaaa68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7f7e0ac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7f7e0ac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f99e802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f99e802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eaaa689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eaaa689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eaaa689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eaaa689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00" l="0" r="0" t="690"/>
          <a:stretch/>
        </p:blipFill>
        <p:spPr>
          <a:xfrm>
            <a:off x="8006100" y="4432975"/>
            <a:ext cx="827500" cy="4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824600" y="2153400"/>
            <a:ext cx="54948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NAERCu1eo8dky-cq6Xrg0Lwut6PZ88nEUrNNjuqEyiQ/edit?slide=id.g3825c8c6745_6_0#slide=id.g3825c8c6745_6_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138550" y="1448250"/>
            <a:ext cx="675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Y253400167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Calibration test report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-12" y="4765750"/>
            <a:ext cx="31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Lightmatter Confidential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285500" y="2743275"/>
            <a:ext cx="24576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10</a:t>
            </a:r>
            <a:r>
              <a:rPr lang="en" sz="2100">
                <a:solidFill>
                  <a:schemeClr val="dk1"/>
                </a:solidFill>
              </a:rPr>
              <a:t>/03/2025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flow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Kurtz: Using</a:t>
            </a:r>
            <a:r>
              <a:rPr lang="en" sz="1400" u="sng">
                <a:solidFill>
                  <a:schemeClr val="accent5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 waving discussion clm control - Google Slides</a:t>
            </a:r>
            <a:r>
              <a:rPr lang="en"/>
              <a:t> </a:t>
            </a:r>
            <a:r>
              <a:rPr lang="en"/>
              <a:t>for reference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page 6 for detailed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Marlow firmware: 1.2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Kurtz 1d calibration file as setting points, with 15mA VOA settings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Endeavour spec (14 mW)</a:t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121200"/>
            <a:ext cx="8520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Package Y253400167,</a:t>
            </a:r>
            <a:r>
              <a:rPr lang="en" sz="1430"/>
              <a:t> </a:t>
            </a:r>
            <a:r>
              <a:rPr lang="en" sz="2420"/>
              <a:t>Tile 3, ch equalization, Endeavour, Kurtz</a:t>
            </a:r>
            <a:endParaRPr sz="242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925" y="1129463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Y253400167,</a:t>
            </a:r>
            <a:r>
              <a:rPr lang="en" sz="1477"/>
              <a:t> </a:t>
            </a:r>
            <a:r>
              <a:rPr lang="en" sz="2577"/>
              <a:t>Tile 3, ch equalization, Endeavor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1.2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450" y="898625"/>
            <a:ext cx="4809380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Kenya spec (6.4 mW)</a:t>
            </a:r>
            <a:endParaRPr sz="2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121200"/>
            <a:ext cx="89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Y253400167,</a:t>
            </a:r>
            <a:r>
              <a:rPr lang="en" sz="1700"/>
              <a:t> </a:t>
            </a:r>
            <a:r>
              <a:rPr lang="en"/>
              <a:t>Tile 3, ch equalization, Kenya, New procedure 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250" y="115248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Y253400167,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1.2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900" y="898450"/>
            <a:ext cx="4809380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