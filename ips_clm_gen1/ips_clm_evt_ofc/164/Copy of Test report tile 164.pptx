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DM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regular.fntdata"/><Relationship Id="rId14" Type="http://schemas.openxmlformats.org/officeDocument/2006/relationships/slide" Target="slides/slide9.xml"/><Relationship Id="rId17" Type="http://schemas.openxmlformats.org/officeDocument/2006/relationships/font" Target="fonts/DMSans-italic.fntdata"/><Relationship Id="rId16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8cf99e802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8cf99e802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ceaaa6895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ceaaa689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cf99e802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cf99e802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ceaaa689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ceaaa689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ceaaa6895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ceaaa6895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7e37b4b0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7e37b4b0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cf99e802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cf99e802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ceaaa6895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ceaaa689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ceaaa6895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ceaaa6895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700" l="0" r="0" t="690"/>
          <a:stretch/>
        </p:blipFill>
        <p:spPr>
          <a:xfrm>
            <a:off x="8006100" y="4432975"/>
            <a:ext cx="827500" cy="41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1824600" y="2153400"/>
            <a:ext cx="54948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NAERCu1eo8dky-cq6Xrg0Lwut6PZ88nEUrNNjuqEyiQ/edit?slide=id.g3825c8c6745_6_0#slide=id.g3825c8c6745_6_0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138550" y="1448250"/>
            <a:ext cx="675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Y253400164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Calibration test report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 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-12" y="4765750"/>
            <a:ext cx="318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Lightmatter Confidential</a:t>
            </a:r>
            <a:endParaRPr i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3285500" y="2743275"/>
            <a:ext cx="2457600" cy="7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9/30/2025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flow</a:t>
            </a:r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Kurtz: Using</a:t>
            </a:r>
            <a:r>
              <a:rPr lang="en" sz="1400" u="sng">
                <a:solidFill>
                  <a:schemeClr val="accent5"/>
                </a:solidFill>
              </a:rPr>
              <a:t> </a:t>
            </a:r>
            <a:r>
              <a:rPr lang="en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hand waving discussion clm control - Google Slides</a:t>
            </a:r>
            <a:r>
              <a:rPr lang="en"/>
              <a:t> </a:t>
            </a:r>
            <a:r>
              <a:rPr lang="en"/>
              <a:t>for reference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page 6 for detailed implementation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Marlow firmware: 1.1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Kurtz 1d calibration file as setting points, with 15mA VOA settings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Endeavour spec (14 mW)</a:t>
            </a:r>
            <a:endParaRPr sz="28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121200"/>
            <a:ext cx="85206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en" sz="2420"/>
              <a:t>Package Y253400164,</a:t>
            </a:r>
            <a:r>
              <a:rPr lang="en" sz="1430"/>
              <a:t> </a:t>
            </a:r>
            <a:r>
              <a:rPr lang="en" sz="2420"/>
              <a:t>Tile 3, ch equalization, Endeavour, Kurtz</a:t>
            </a:r>
            <a:endParaRPr sz="2420"/>
          </a:p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796288"/>
            <a:ext cx="8520600" cy="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100" y="1050088"/>
            <a:ext cx="6949811" cy="378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121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/>
              <a:t>Package Y253400164,</a:t>
            </a:r>
            <a:r>
              <a:rPr lang="en" sz="1477"/>
              <a:t> </a:t>
            </a:r>
            <a:r>
              <a:rPr lang="en" sz="2577"/>
              <a:t>Tile 3, ch equalization, Endeavour</a:t>
            </a:r>
            <a:endParaRPr sz="25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/>
              <a:t>Marlow 1.1 </a:t>
            </a:r>
            <a:endParaRPr sz="219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25" y="875125"/>
            <a:ext cx="7205903" cy="4144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Avg(mux_mpd+pic_mpd)</a:t>
            </a:r>
            <a:endParaRPr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675" y="1152475"/>
            <a:ext cx="6417577" cy="369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Kenya spec (6.4 mW)</a:t>
            </a:r>
            <a:endParaRPr sz="28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121200"/>
            <a:ext cx="899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Y253400164,</a:t>
            </a:r>
            <a:r>
              <a:rPr lang="en" sz="1700"/>
              <a:t> </a:t>
            </a:r>
            <a:r>
              <a:rPr lang="en"/>
              <a:t>Tile 3, ch equalization, Kenya, New procedure </a:t>
            </a:r>
            <a:endParaRPr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796288"/>
            <a:ext cx="8520600" cy="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0188" y="1275538"/>
            <a:ext cx="6887069" cy="378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121200"/>
            <a:ext cx="906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Y253400164,</a:t>
            </a:r>
            <a:r>
              <a:rPr lang="en" sz="1700"/>
              <a:t> </a:t>
            </a:r>
            <a:r>
              <a:rPr lang="en"/>
              <a:t>Tile 3, ch equalization, Kenya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20"/>
              <a:t>Marlow 1.1</a:t>
            </a:r>
            <a:endParaRPr sz="24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425" y="967000"/>
            <a:ext cx="6965151" cy="400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