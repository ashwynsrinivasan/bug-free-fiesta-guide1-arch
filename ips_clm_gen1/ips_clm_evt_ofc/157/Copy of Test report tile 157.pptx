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DM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DMSans-bold.fntdata"/><Relationship Id="rId16" Type="http://schemas.openxmlformats.org/officeDocument/2006/relationships/font" Target="fonts/DM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boldItalic.fntdata"/><Relationship Id="rId6" Type="http://schemas.openxmlformats.org/officeDocument/2006/relationships/slide" Target="slides/slide1.xml"/><Relationship Id="rId18" Type="http://schemas.openxmlformats.org/officeDocument/2006/relationships/font" Target="fonts/DM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8cf99e8025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8cf99e8025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8ceaaa6895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8ceaaa6895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8cf99e8025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8cf99e8025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8ceaaa689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8ceaaa689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8ceaaa6895_1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8ceaaa6895_1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cf99e8025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8cf99e8025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8ceaaa6895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8ceaaa6895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e4c10358b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8e4c10358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e4c10358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8e4c10358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ceaaa6895_1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8ceaaa6895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2">
            <a:alphaModFix/>
          </a:blip>
          <a:srcRect b="700" l="0" r="0" t="690"/>
          <a:stretch/>
        </p:blipFill>
        <p:spPr>
          <a:xfrm>
            <a:off x="8006100" y="4432975"/>
            <a:ext cx="827500" cy="414275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/>
          <p:nvPr>
            <p:ph type="title"/>
          </p:nvPr>
        </p:nvSpPr>
        <p:spPr>
          <a:xfrm>
            <a:off x="1824600" y="2153400"/>
            <a:ext cx="5494800" cy="8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google.com/presentation/d/1NAERCu1eo8dky-cq6Xrg0Lwut6PZ88nEUrNNjuqEyiQ/edit?slide=id.g3825c8c6745_6_0#slide=id.g3825c8c6745_6_0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1138550" y="1448250"/>
            <a:ext cx="675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Y253400157</a:t>
            </a:r>
            <a:endParaRPr sz="4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Calibration test report</a:t>
            </a:r>
            <a:endParaRPr sz="4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 </a:t>
            </a:r>
            <a:endParaRPr sz="4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</p:txBody>
      </p:sp>
      <p:sp>
        <p:nvSpPr>
          <p:cNvPr id="58" name="Google Shape;58;p14"/>
          <p:cNvSpPr txBox="1"/>
          <p:nvPr/>
        </p:nvSpPr>
        <p:spPr>
          <a:xfrm>
            <a:off x="-12" y="4765750"/>
            <a:ext cx="318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Lightmatter Confidential</a:t>
            </a:r>
            <a:endParaRPr i="1"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9" name="Google Shape;59;p14"/>
          <p:cNvSpPr txBox="1"/>
          <p:nvPr>
            <p:ph type="title"/>
          </p:nvPr>
        </p:nvSpPr>
        <p:spPr>
          <a:xfrm>
            <a:off x="3285500" y="2743275"/>
            <a:ext cx="2457600" cy="74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9/30/2025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flow</a:t>
            </a:r>
            <a:endParaRPr/>
          </a:p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Kurtz: Using</a:t>
            </a:r>
            <a:r>
              <a:rPr lang="en" sz="1400" u="sng">
                <a:solidFill>
                  <a:schemeClr val="accent5"/>
                </a:solidFill>
              </a:rPr>
              <a:t> </a:t>
            </a:r>
            <a:r>
              <a:rPr lang="en" sz="14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hand waving discussion clm control - Google Slides</a:t>
            </a:r>
            <a:r>
              <a:rPr lang="en"/>
              <a:t> </a:t>
            </a:r>
            <a:r>
              <a:rPr lang="en"/>
              <a:t>for reference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See page 6 for detailed implementation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Marlow firmware: 1.1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Kurtz 1d calibration file as setting points, with 15mA VOA settings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20"/>
              <a:t>Endeavour spec (14 mW)</a:t>
            </a:r>
            <a:endParaRPr sz="282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311700" y="121200"/>
            <a:ext cx="8520600" cy="7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40909"/>
              <a:buNone/>
            </a:pPr>
            <a:r>
              <a:rPr lang="en" sz="2420"/>
              <a:t>Package Y253400157,</a:t>
            </a:r>
            <a:r>
              <a:rPr lang="en" sz="1430"/>
              <a:t> </a:t>
            </a:r>
            <a:r>
              <a:rPr lang="en" sz="2420"/>
              <a:t>Tile 3, ch equalization, Endeavour, Kurtz</a:t>
            </a:r>
            <a:endParaRPr sz="2420"/>
          </a:p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311700" y="796288"/>
            <a:ext cx="8520600" cy="2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8375" y="1173663"/>
            <a:ext cx="6949811" cy="3788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311700" y="121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77"/>
              <a:t>Package Y253400157,</a:t>
            </a:r>
            <a:r>
              <a:rPr lang="en" sz="1477"/>
              <a:t> </a:t>
            </a:r>
            <a:r>
              <a:rPr lang="en" sz="2577"/>
              <a:t>Tile 3, ch equalization, Endeavour</a:t>
            </a:r>
            <a:endParaRPr sz="2577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77"/>
              <a:t>Marlow 1.1 </a:t>
            </a:r>
            <a:endParaRPr sz="2197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83" name="Google Shape;8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750" y="883650"/>
            <a:ext cx="7205903" cy="4144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20"/>
              <a:t>Kenya spec (6.4 mW)</a:t>
            </a:r>
            <a:endParaRPr sz="282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/>
          <p:nvPr>
            <p:ph type="title"/>
          </p:nvPr>
        </p:nvSpPr>
        <p:spPr>
          <a:xfrm>
            <a:off x="311700" y="121200"/>
            <a:ext cx="899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Package Y253400157,</a:t>
            </a:r>
            <a:r>
              <a:rPr lang="en" sz="1700"/>
              <a:t> </a:t>
            </a:r>
            <a:r>
              <a:rPr lang="en"/>
              <a:t>Tile 3, ch equalization, Kenya, New procedure </a:t>
            </a:r>
            <a:endParaRPr/>
          </a:p>
        </p:txBody>
      </p:sp>
      <p:sp>
        <p:nvSpPr>
          <p:cNvPr id="94" name="Google Shape;94;p20"/>
          <p:cNvSpPr txBox="1"/>
          <p:nvPr>
            <p:ph idx="1" type="body"/>
          </p:nvPr>
        </p:nvSpPr>
        <p:spPr>
          <a:xfrm>
            <a:off x="311700" y="796288"/>
            <a:ext cx="8520600" cy="2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4175" y="1152488"/>
            <a:ext cx="6949811" cy="3788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11700" y="121200"/>
            <a:ext cx="9069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Package Y253400157,</a:t>
            </a:r>
            <a:r>
              <a:rPr lang="en" sz="1700"/>
              <a:t> </a:t>
            </a:r>
            <a:r>
              <a:rPr lang="en"/>
              <a:t>Tile 3, ch equalization, Kenya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20"/>
              <a:t>Marlow 1.1</a:t>
            </a:r>
            <a:endParaRPr sz="24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101" name="Google Shape;10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1075" y="1055075"/>
            <a:ext cx="6806195" cy="3914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use avg(mpd_pic+mpd_mux) to calculate power</a:t>
            </a:r>
            <a:endParaRPr/>
          </a:p>
        </p:txBody>
      </p:sp>
      <p:sp>
        <p:nvSpPr>
          <p:cNvPr id="107" name="Google Shape;10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51" y="1017725"/>
            <a:ext cx="6890675" cy="396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311700" y="121200"/>
            <a:ext cx="9069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Package Y253400157,</a:t>
            </a:r>
            <a:r>
              <a:rPr lang="en" sz="1700"/>
              <a:t> </a:t>
            </a:r>
            <a:r>
              <a:rPr lang="en"/>
              <a:t>Tile 3, ch equalization, Kenya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20"/>
              <a:t>Marlow 1.1 pre-release</a:t>
            </a:r>
            <a:endParaRPr sz="24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114" name="Google Shape;11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175" y="1248950"/>
            <a:ext cx="6770852" cy="389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