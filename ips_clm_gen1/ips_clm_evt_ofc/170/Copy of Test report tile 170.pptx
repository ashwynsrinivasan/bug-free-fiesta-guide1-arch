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DM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bold.fntdata"/><Relationship Id="rId14" Type="http://schemas.openxmlformats.org/officeDocument/2006/relationships/font" Target="fonts/DMSans-regular.fntdata"/><Relationship Id="rId17" Type="http://schemas.openxmlformats.org/officeDocument/2006/relationships/font" Target="fonts/DMSans-boldItalic.fntdata"/><Relationship Id="rId16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cf99e802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cf99e802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8ceaaa689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8ceaaa689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8cf99e8025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8cf99e802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ceaaa68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8ceaaa68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7f7e0ac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7f7e0ac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cf99e8025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cf99e8025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ceaaa6895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ceaaa6895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ceaaa6895_1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ceaaa6895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700" l="0" r="0" t="690"/>
          <a:stretch/>
        </p:blipFill>
        <p:spPr>
          <a:xfrm>
            <a:off x="8006100" y="4432975"/>
            <a:ext cx="827500" cy="4142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title"/>
          </p:nvPr>
        </p:nvSpPr>
        <p:spPr>
          <a:xfrm>
            <a:off x="1824600" y="2153400"/>
            <a:ext cx="5494800" cy="83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3200"/>
              <a:buFont typeface="DM Sans"/>
              <a:buNone/>
              <a:defRPr sz="3200">
                <a:solidFill>
                  <a:srgbClr val="FF3300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google.com/presentation/d/1NAERCu1eo8dky-cq6Xrg0Lwut6PZ88nEUrNNjuqEyiQ/edit?slide=id.g3825c8c6745_6_0#slide=id.g3825c8c6745_6_0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138550" y="1448250"/>
            <a:ext cx="675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Y253400170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Calibration test report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 </a:t>
            </a:r>
            <a:endParaRPr sz="4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8" name="Google Shape;58;p14"/>
          <p:cNvSpPr txBox="1"/>
          <p:nvPr/>
        </p:nvSpPr>
        <p:spPr>
          <a:xfrm>
            <a:off x="-12" y="4765750"/>
            <a:ext cx="318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Lightmatter Confidential</a:t>
            </a:r>
            <a:endParaRPr i="1"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9" name="Google Shape;59;p14"/>
          <p:cNvSpPr txBox="1"/>
          <p:nvPr>
            <p:ph type="title"/>
          </p:nvPr>
        </p:nvSpPr>
        <p:spPr>
          <a:xfrm>
            <a:off x="3285500" y="2743275"/>
            <a:ext cx="2457600" cy="7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10</a:t>
            </a:r>
            <a:r>
              <a:rPr lang="en" sz="2100">
                <a:solidFill>
                  <a:schemeClr val="dk1"/>
                </a:solidFill>
              </a:rPr>
              <a:t>/01/2025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flow</a:t>
            </a:r>
            <a:endParaRPr/>
          </a:p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Kurtz: Using</a:t>
            </a:r>
            <a:r>
              <a:rPr lang="en" sz="1400" u="sng">
                <a:solidFill>
                  <a:schemeClr val="accent5"/>
                </a:solidFill>
              </a:rPr>
              <a:t> </a:t>
            </a:r>
            <a:r>
              <a:rPr lang="en" sz="14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hand waving discussion clm control - Google Slides</a:t>
            </a:r>
            <a:r>
              <a:rPr lang="en"/>
              <a:t> </a:t>
            </a:r>
            <a:r>
              <a:rPr lang="en"/>
              <a:t>for reference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page 6 for detailed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Marlow firmware: 1.2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Kurtz 1d calibration file as setting points, with 15mA VOA settings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Endeavour spec (14 mW)</a:t>
            </a:r>
            <a:endParaRPr sz="28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121200"/>
            <a:ext cx="8520600" cy="76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 lang="en" sz="2420"/>
              <a:t>Package Y253400170,</a:t>
            </a:r>
            <a:r>
              <a:rPr lang="en" sz="1430"/>
              <a:t> </a:t>
            </a:r>
            <a:r>
              <a:rPr lang="en" sz="2420"/>
              <a:t>Tile 3, ch equalization, Endeavour, Kurtz</a:t>
            </a:r>
            <a:endParaRPr sz="2420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25" y="1202488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121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Package Y253400170,</a:t>
            </a:r>
            <a:r>
              <a:rPr lang="en" sz="1477"/>
              <a:t> </a:t>
            </a:r>
            <a:r>
              <a:rPr lang="en" sz="2577"/>
              <a:t>Tile 3, ch equalization, Endeavor</a:t>
            </a:r>
            <a:endParaRPr sz="25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77"/>
              <a:t>Marlow 1.2 </a:t>
            </a:r>
            <a:endParaRPr sz="219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525" y="918450"/>
            <a:ext cx="7205903" cy="41448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Kenya spec (6.4 mW)</a:t>
            </a:r>
            <a:endParaRPr sz="2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11700" y="121200"/>
            <a:ext cx="899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Y253400170,</a:t>
            </a:r>
            <a:r>
              <a:rPr lang="en" sz="1700"/>
              <a:t> </a:t>
            </a:r>
            <a:r>
              <a:rPr lang="en"/>
              <a:t>Tile 3, ch equalization, Kenya, New procedure 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11700" y="796288"/>
            <a:ext cx="8520600" cy="25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300" y="1235713"/>
            <a:ext cx="6949811" cy="3788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121200"/>
            <a:ext cx="906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Package Y253400170,</a:t>
            </a:r>
            <a:r>
              <a:rPr lang="en" sz="1700"/>
              <a:t> </a:t>
            </a:r>
            <a:r>
              <a:rPr lang="en"/>
              <a:t>Tile 3, ch equalization, Kenya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20"/>
              <a:t>Marlow 1.2</a:t>
            </a:r>
            <a:endParaRPr sz="24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01" name="Google Shape;1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500" y="921875"/>
            <a:ext cx="7049452" cy="405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